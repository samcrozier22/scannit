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87" d="100"/>
          <a:sy n="87" d="100"/>
        </p:scale>
        <p:origin x="95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C3C96-54CB-A4E1-838D-B9D3479FFE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5CE073-E340-54AC-D97E-481D9A8D33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DAD4B-AC5D-F3FC-6A79-1C97B97AE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181E1-152F-4752-A9DB-5A3F7C0E642C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96FCB-AF10-C585-7506-EA55989BC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8ECA4-2DA4-ACC0-8B05-F5E707692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620F4-F5B1-4C23-8B2F-97781351DC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7183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AC8A3-893B-2BF0-AADA-74677212C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6B454-D465-75A0-FCB9-F595EAB1A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B8E77-5A42-1FC5-8623-C9561E2A8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181E1-152F-4752-A9DB-5A3F7C0E642C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1E252-0043-FC66-A96E-70D460B86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066A5-4690-A965-6B3D-03B371ABA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620F4-F5B1-4C23-8B2F-97781351DC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7928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81E17-4C96-CE70-A624-DEE16D8DE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AB9D6B-FFD1-F49B-EE1B-8DC5AA79C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D8ADD-2121-97A0-1C8E-3B8039C2B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181E1-152F-4752-A9DB-5A3F7C0E642C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A74E7-A57C-9C7A-2F35-4279E1777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24AE2-CF94-3D14-3A2D-ED16BD784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620F4-F5B1-4C23-8B2F-97781351DC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2097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A3FD7-C771-7867-ED5E-959BDC719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1A0CE-294E-9433-44C0-DC8A76923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FCB643-07FA-F8B5-E066-3043DB802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DFB353-2F41-3960-8CF6-E16EE3C21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181E1-152F-4752-A9DB-5A3F7C0E642C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09132A-9722-E506-69D7-D5379F42A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1FA13-F042-4A28-80D6-DB6F9A49D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620F4-F5B1-4C23-8B2F-97781351DC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0467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FFA12-7C33-EA30-F01B-EBDF73B73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DA4B47-641F-4770-65AF-04BA5400C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3419CA-B510-0559-B750-879196966A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B350C7-A7EA-E624-B62F-BFC469B388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A968BA-90EF-0C0E-FEA5-1F1C3F2A22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C0C4E6-CF48-E0EE-8466-A5550A8C2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181E1-152F-4752-A9DB-5A3F7C0E642C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FD3030-150A-E8D1-3A37-6DE488415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7A1A79-FC47-1AC0-A59C-9608B9071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620F4-F5B1-4C23-8B2F-97781351DC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5392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53A1B-8084-895A-A13D-0C0CEE6F1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395777-20BD-2C66-8FD6-3FDE1B246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181E1-152F-4752-A9DB-5A3F7C0E642C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9400ED-DB2D-A726-C3EB-D03142D7D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2702FD-6406-3E15-E214-7BA471791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620F4-F5B1-4C23-8B2F-97781351DC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7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80DE11-4B45-535C-06B8-B34892A35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181E1-152F-4752-A9DB-5A3F7C0E642C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F56638-3B61-6AC9-ABAA-39F7C54EA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79ED5-1838-A639-7E09-31F457478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620F4-F5B1-4C23-8B2F-97781351DC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3687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0A7F0-3C8D-416F-7518-E44A5F21E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08CAC-2836-178B-817F-8A870EDB2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AD17C0-E887-6D97-2986-3ED4A4D61E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B00B72-FF43-BEA4-C9DE-D7D7B3954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181E1-152F-4752-A9DB-5A3F7C0E642C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2DE0DF-0E2A-057D-3459-364CE55BF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F28EF9-C55B-F603-02DA-62950527D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620F4-F5B1-4C23-8B2F-97781351DC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0179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9B47D-064B-7315-0367-99EC6ABA5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429064-8952-30D3-BAE8-F0E49AA84A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52A92B-CA06-599C-F93F-0575A7C98F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A3F57-EDBF-C6CE-BD62-6CFD31AE6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181E1-152F-4752-A9DB-5A3F7C0E642C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A97989-0BF7-74FD-0A5F-64599788C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780A0F-60F1-3EEC-8D28-767A433AA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620F4-F5B1-4C23-8B2F-97781351DC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9725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12451-4A98-CECD-1AD0-439398DDD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6AD9C7-E32D-591C-11B5-F3223D34B9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E60EC-B150-E934-AB05-7E3CDB48A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181E1-152F-4752-A9DB-5A3F7C0E642C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F3E89-2A7E-FDD7-0631-F83B55A82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60E4FF-C4A4-F06B-D79C-1E32CB276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620F4-F5B1-4C23-8B2F-97781351DC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7229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DA8ED5-5C54-28BC-865C-DC9C32D1C0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E59BAB-09E9-238B-D9A1-89E41E841F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DC349-6FF6-8A88-7960-EF819B0ED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181E1-152F-4752-A9DB-5A3F7C0E642C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14221-5446-7632-2637-0EA06E541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6D793-9694-4C39-2EC9-8E66168D7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620F4-F5B1-4C23-8B2F-97781351DC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535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9E0966-6A30-3A7D-121A-8AA7CF382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CCA16-7028-47E9-D50D-62760CF525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137EB-88F9-F9A5-8121-0FC4C8E9A8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5181E1-152F-4752-A9DB-5A3F7C0E642C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2B0EC-AB8C-2354-7C37-EB974FB55B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8B80A-737F-4681-F719-C1D7D04C5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C620F4-F5B1-4C23-8B2F-97781351DC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6324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1ADA2040-396B-185E-03EF-CB6F703D80D5}"/>
              </a:ext>
            </a:extLst>
          </p:cNvPr>
          <p:cNvSpPr/>
          <p:nvPr/>
        </p:nvSpPr>
        <p:spPr>
          <a:xfrm>
            <a:off x="4367174" y="73152"/>
            <a:ext cx="2838298" cy="621792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Open App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BFDFB2B-4334-50C7-4E05-9784F2D4BA5E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5786323" y="694944"/>
            <a:ext cx="0" cy="2999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166D4728-1B30-5B0C-18CF-388CFF30DA16}"/>
              </a:ext>
            </a:extLst>
          </p:cNvPr>
          <p:cNvSpPr/>
          <p:nvPr/>
        </p:nvSpPr>
        <p:spPr>
          <a:xfrm>
            <a:off x="4367174" y="994867"/>
            <a:ext cx="2838298" cy="621792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Display Main Menu</a:t>
            </a:r>
          </a:p>
        </p:txBody>
      </p:sp>
      <p:sp>
        <p:nvSpPr>
          <p:cNvPr id="8" name="Flowchart: Decision 7">
            <a:extLst>
              <a:ext uri="{FF2B5EF4-FFF2-40B4-BE49-F238E27FC236}">
                <a16:creationId xmlns:a16="http://schemas.microsoft.com/office/drawing/2014/main" id="{F99FCAD9-AB22-A832-85D7-795E2AB323E6}"/>
              </a:ext>
            </a:extLst>
          </p:cNvPr>
          <p:cNvSpPr/>
          <p:nvPr/>
        </p:nvSpPr>
        <p:spPr>
          <a:xfrm>
            <a:off x="4495190" y="1916582"/>
            <a:ext cx="2553005" cy="621792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Receive Input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D1D295D-FE6C-F9F6-C18A-10D0D7620476}"/>
              </a:ext>
            </a:extLst>
          </p:cNvPr>
          <p:cNvCxnSpPr>
            <a:stCxn id="7" idx="2"/>
            <a:endCxn id="8" idx="0"/>
          </p:cNvCxnSpPr>
          <p:nvPr/>
        </p:nvCxnSpPr>
        <p:spPr>
          <a:xfrm flipH="1">
            <a:off x="5771693" y="1616659"/>
            <a:ext cx="14630" cy="2999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B876D9AE-98C4-D866-3E7C-A9B6976E4485}"/>
              </a:ext>
            </a:extLst>
          </p:cNvPr>
          <p:cNvSpPr/>
          <p:nvPr/>
        </p:nvSpPr>
        <p:spPr>
          <a:xfrm>
            <a:off x="731520" y="2349001"/>
            <a:ext cx="2918765" cy="555956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Open Barcode Scanner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23D4095-3745-2515-92E3-EF4CE5E381E3}"/>
              </a:ext>
            </a:extLst>
          </p:cNvPr>
          <p:cNvCxnSpPr>
            <a:cxnSpLocks/>
            <a:stCxn id="8" idx="1"/>
            <a:endCxn id="12" idx="3"/>
          </p:cNvCxnSpPr>
          <p:nvPr/>
        </p:nvCxnSpPr>
        <p:spPr>
          <a:xfrm flipH="1">
            <a:off x="3650285" y="2227478"/>
            <a:ext cx="844905" cy="3995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Flowchart: Process 16">
            <a:extLst>
              <a:ext uri="{FF2B5EF4-FFF2-40B4-BE49-F238E27FC236}">
                <a16:creationId xmlns:a16="http://schemas.microsoft.com/office/drawing/2014/main" id="{3C7CADA8-B013-C322-AD07-E2CC324DFC38}"/>
              </a:ext>
            </a:extLst>
          </p:cNvPr>
          <p:cNvSpPr/>
          <p:nvPr/>
        </p:nvSpPr>
        <p:spPr>
          <a:xfrm>
            <a:off x="709575" y="3879068"/>
            <a:ext cx="2977287" cy="475488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Return Product and Score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804F843-3CA7-DA42-A83C-EA41950DCDF1}"/>
              </a:ext>
            </a:extLst>
          </p:cNvPr>
          <p:cNvCxnSpPr>
            <a:cxnSpLocks/>
            <a:stCxn id="12" idx="2"/>
            <a:endCxn id="37" idx="0"/>
          </p:cNvCxnSpPr>
          <p:nvPr/>
        </p:nvCxnSpPr>
        <p:spPr>
          <a:xfrm>
            <a:off x="2190903" y="2904957"/>
            <a:ext cx="7315" cy="269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lowchart: Process 19">
            <a:extLst>
              <a:ext uri="{FF2B5EF4-FFF2-40B4-BE49-F238E27FC236}">
                <a16:creationId xmlns:a16="http://schemas.microsoft.com/office/drawing/2014/main" id="{D4FB1B75-1F77-54D1-0EC0-005EDBBE1BC6}"/>
              </a:ext>
            </a:extLst>
          </p:cNvPr>
          <p:cNvSpPr/>
          <p:nvPr/>
        </p:nvSpPr>
        <p:spPr>
          <a:xfrm>
            <a:off x="731520" y="4578492"/>
            <a:ext cx="2955342" cy="475488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Display Info and options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512A538-2EB2-029C-0AF0-A028D2E437EB}"/>
              </a:ext>
            </a:extLst>
          </p:cNvPr>
          <p:cNvCxnSpPr>
            <a:stCxn id="17" idx="2"/>
            <a:endCxn id="20" idx="0"/>
          </p:cNvCxnSpPr>
          <p:nvPr/>
        </p:nvCxnSpPr>
        <p:spPr>
          <a:xfrm>
            <a:off x="2198219" y="4354556"/>
            <a:ext cx="10972" cy="2239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Diamond 22">
            <a:extLst>
              <a:ext uri="{FF2B5EF4-FFF2-40B4-BE49-F238E27FC236}">
                <a16:creationId xmlns:a16="http://schemas.microsoft.com/office/drawing/2014/main" id="{D0A2638A-2CE6-3744-2D08-9C800B5A379E}"/>
              </a:ext>
            </a:extLst>
          </p:cNvPr>
          <p:cNvSpPr/>
          <p:nvPr/>
        </p:nvSpPr>
        <p:spPr>
          <a:xfrm>
            <a:off x="724204" y="5208423"/>
            <a:ext cx="2955342" cy="658368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Menu Options</a:t>
            </a: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0BB9462A-B22F-D4E8-5D88-5041909A0EFA}"/>
              </a:ext>
            </a:extLst>
          </p:cNvPr>
          <p:cNvCxnSpPr>
            <a:cxnSpLocks/>
            <a:stCxn id="23" idx="1"/>
            <a:endCxn id="12" idx="1"/>
          </p:cNvCxnSpPr>
          <p:nvPr/>
        </p:nvCxnSpPr>
        <p:spPr>
          <a:xfrm rot="10800000" flipH="1">
            <a:off x="724204" y="2626979"/>
            <a:ext cx="7316" cy="2910628"/>
          </a:xfrm>
          <a:prstGeom prst="bentConnector3">
            <a:avLst>
              <a:gd name="adj1" fmla="val -312465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11E6BE4-0A67-07B6-13DD-64473E7DBFE1}"/>
              </a:ext>
            </a:extLst>
          </p:cNvPr>
          <p:cNvSpPr txBox="1"/>
          <p:nvPr/>
        </p:nvSpPr>
        <p:spPr>
          <a:xfrm>
            <a:off x="0" y="5592266"/>
            <a:ext cx="11577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Scan Again</a:t>
            </a:r>
          </a:p>
        </p:txBody>
      </p:sp>
      <p:sp>
        <p:nvSpPr>
          <p:cNvPr id="37" name="Flowchart: Process 36">
            <a:extLst>
              <a:ext uri="{FF2B5EF4-FFF2-40B4-BE49-F238E27FC236}">
                <a16:creationId xmlns:a16="http://schemas.microsoft.com/office/drawing/2014/main" id="{B25E49C2-561C-0CAC-046B-B56AEE261AFB}"/>
              </a:ext>
            </a:extLst>
          </p:cNvPr>
          <p:cNvSpPr/>
          <p:nvPr/>
        </p:nvSpPr>
        <p:spPr>
          <a:xfrm>
            <a:off x="738835" y="3174037"/>
            <a:ext cx="2918765" cy="475488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Wait for Scanner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42D3297-CDB5-C61E-3EC4-566DD42F949E}"/>
              </a:ext>
            </a:extLst>
          </p:cNvPr>
          <p:cNvCxnSpPr>
            <a:stCxn id="37" idx="2"/>
            <a:endCxn id="17" idx="0"/>
          </p:cNvCxnSpPr>
          <p:nvPr/>
        </p:nvCxnSpPr>
        <p:spPr>
          <a:xfrm>
            <a:off x="2198218" y="3649525"/>
            <a:ext cx="1" cy="229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46C4FFD-AE3F-F0EF-B765-112F595A1CD0}"/>
              </a:ext>
            </a:extLst>
          </p:cNvPr>
          <p:cNvCxnSpPr>
            <a:stCxn id="20" idx="2"/>
            <a:endCxn id="23" idx="0"/>
          </p:cNvCxnSpPr>
          <p:nvPr/>
        </p:nvCxnSpPr>
        <p:spPr>
          <a:xfrm flipH="1">
            <a:off x="2201875" y="5053980"/>
            <a:ext cx="7316" cy="1544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D38B5CAE-B41F-A8C0-5687-A5A523715AF7}"/>
              </a:ext>
            </a:extLst>
          </p:cNvPr>
          <p:cNvCxnSpPr>
            <a:stCxn id="23" idx="3"/>
            <a:endCxn id="7" idx="1"/>
          </p:cNvCxnSpPr>
          <p:nvPr/>
        </p:nvCxnSpPr>
        <p:spPr>
          <a:xfrm flipV="1">
            <a:off x="3679546" y="1305763"/>
            <a:ext cx="687628" cy="4231844"/>
          </a:xfrm>
          <a:prstGeom prst="bentConnector3">
            <a:avLst>
              <a:gd name="adj1" fmla="val 3404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EE2BC90E-E1B2-5FA7-9836-AF8893E8868E}"/>
              </a:ext>
            </a:extLst>
          </p:cNvPr>
          <p:cNvSpPr txBox="1"/>
          <p:nvPr/>
        </p:nvSpPr>
        <p:spPr>
          <a:xfrm>
            <a:off x="3853281" y="1920239"/>
            <a:ext cx="61118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Select Scanner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C4FB351-0A57-8FD4-B20F-0A1C3F882267}"/>
              </a:ext>
            </a:extLst>
          </p:cNvPr>
          <p:cNvSpPr txBox="1"/>
          <p:nvPr/>
        </p:nvSpPr>
        <p:spPr>
          <a:xfrm>
            <a:off x="3309213" y="5545077"/>
            <a:ext cx="15136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Return to main menu</a:t>
            </a:r>
          </a:p>
        </p:txBody>
      </p:sp>
      <p:sp>
        <p:nvSpPr>
          <p:cNvPr id="57" name="Flowchart: Process 56">
            <a:extLst>
              <a:ext uri="{FF2B5EF4-FFF2-40B4-BE49-F238E27FC236}">
                <a16:creationId xmlns:a16="http://schemas.microsoft.com/office/drawing/2014/main" id="{608A3D6C-78F6-6C9D-431B-654B675DBFB8}"/>
              </a:ext>
            </a:extLst>
          </p:cNvPr>
          <p:cNvSpPr/>
          <p:nvPr/>
        </p:nvSpPr>
        <p:spPr>
          <a:xfrm>
            <a:off x="4958487" y="2946091"/>
            <a:ext cx="2772460" cy="524043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Search for 100 most similar products by name</a:t>
            </a:r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06CE2F13-EB20-754F-386A-17CB301F571E}"/>
              </a:ext>
            </a:extLst>
          </p:cNvPr>
          <p:cNvCxnSpPr>
            <a:stCxn id="23" idx="2"/>
            <a:endCxn id="57" idx="1"/>
          </p:cNvCxnSpPr>
          <p:nvPr/>
        </p:nvCxnSpPr>
        <p:spPr>
          <a:xfrm rot="5400000" flipH="1" flipV="1">
            <a:off x="2250842" y="3159146"/>
            <a:ext cx="2658678" cy="2756612"/>
          </a:xfrm>
          <a:prstGeom prst="bentConnector4">
            <a:avLst>
              <a:gd name="adj1" fmla="val -8598"/>
              <a:gd name="adj2" fmla="val 8715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Flowchart: Process 60">
            <a:extLst>
              <a:ext uri="{FF2B5EF4-FFF2-40B4-BE49-F238E27FC236}">
                <a16:creationId xmlns:a16="http://schemas.microsoft.com/office/drawing/2014/main" id="{D1F35AF8-2D79-5C8E-D1C9-190B892F95EB}"/>
              </a:ext>
            </a:extLst>
          </p:cNvPr>
          <p:cNvSpPr/>
          <p:nvPr/>
        </p:nvSpPr>
        <p:spPr>
          <a:xfrm>
            <a:off x="4974184" y="3731744"/>
            <a:ext cx="2741066" cy="52322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Rank by eco score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BDE63A6-95D7-279B-A3C9-B74AA8A2C6A9}"/>
              </a:ext>
            </a:extLst>
          </p:cNvPr>
          <p:cNvCxnSpPr>
            <a:stCxn id="57" idx="2"/>
            <a:endCxn id="61" idx="0"/>
          </p:cNvCxnSpPr>
          <p:nvPr/>
        </p:nvCxnSpPr>
        <p:spPr>
          <a:xfrm>
            <a:off x="6344717" y="3470134"/>
            <a:ext cx="0" cy="2616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Flowchart: Process 64">
            <a:extLst>
              <a:ext uri="{FF2B5EF4-FFF2-40B4-BE49-F238E27FC236}">
                <a16:creationId xmlns:a16="http://schemas.microsoft.com/office/drawing/2014/main" id="{CAB15E77-86D6-C9B7-E983-2857EB839F84}"/>
              </a:ext>
            </a:extLst>
          </p:cNvPr>
          <p:cNvSpPr/>
          <p:nvPr/>
        </p:nvSpPr>
        <p:spPr>
          <a:xfrm>
            <a:off x="4974184" y="4571894"/>
            <a:ext cx="2741066" cy="52322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Display list of products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4E46D928-45D6-7A4A-3B50-59E601FE47A6}"/>
              </a:ext>
            </a:extLst>
          </p:cNvPr>
          <p:cNvCxnSpPr>
            <a:stCxn id="61" idx="2"/>
            <a:endCxn id="65" idx="0"/>
          </p:cNvCxnSpPr>
          <p:nvPr/>
        </p:nvCxnSpPr>
        <p:spPr>
          <a:xfrm>
            <a:off x="6344717" y="4254964"/>
            <a:ext cx="0" cy="316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3665759-E416-A955-4ECF-3434936B368E}"/>
              </a:ext>
            </a:extLst>
          </p:cNvPr>
          <p:cNvCxnSpPr>
            <a:stCxn id="65" idx="1"/>
            <a:endCxn id="20" idx="3"/>
          </p:cNvCxnSpPr>
          <p:nvPr/>
        </p:nvCxnSpPr>
        <p:spPr>
          <a:xfrm flipH="1" flipV="1">
            <a:off x="3686862" y="4816236"/>
            <a:ext cx="1287322" cy="17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E2EA39F5-C179-7C57-1E70-FD3170D9CC5C}"/>
              </a:ext>
            </a:extLst>
          </p:cNvPr>
          <p:cNvSpPr txBox="1"/>
          <p:nvPr/>
        </p:nvSpPr>
        <p:spPr>
          <a:xfrm>
            <a:off x="1521561" y="6135871"/>
            <a:ext cx="20555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Get similar products</a:t>
            </a:r>
          </a:p>
        </p:txBody>
      </p:sp>
      <p:sp>
        <p:nvSpPr>
          <p:cNvPr id="78" name="Flowchart: Process 77">
            <a:extLst>
              <a:ext uri="{FF2B5EF4-FFF2-40B4-BE49-F238E27FC236}">
                <a16:creationId xmlns:a16="http://schemas.microsoft.com/office/drawing/2014/main" id="{7D8CE780-DE2F-EA54-A434-CA281F992D8B}"/>
              </a:ext>
            </a:extLst>
          </p:cNvPr>
          <p:cNvSpPr/>
          <p:nvPr/>
        </p:nvSpPr>
        <p:spPr>
          <a:xfrm>
            <a:off x="8414306" y="1846598"/>
            <a:ext cx="3357677" cy="701279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Grab History and determine personal eco score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010E3889-49D3-03E0-40E4-61DCD162C13C}"/>
              </a:ext>
            </a:extLst>
          </p:cNvPr>
          <p:cNvCxnSpPr>
            <a:stCxn id="8" idx="3"/>
            <a:endCxn id="78" idx="1"/>
          </p:cNvCxnSpPr>
          <p:nvPr/>
        </p:nvCxnSpPr>
        <p:spPr>
          <a:xfrm flipV="1">
            <a:off x="7048195" y="2197238"/>
            <a:ext cx="1366111" cy="302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Flowchart: Process 80">
            <a:extLst>
              <a:ext uri="{FF2B5EF4-FFF2-40B4-BE49-F238E27FC236}">
                <a16:creationId xmlns:a16="http://schemas.microsoft.com/office/drawing/2014/main" id="{21BB8454-7B40-DFEF-6A5B-83E575717C8B}"/>
              </a:ext>
            </a:extLst>
          </p:cNvPr>
          <p:cNvSpPr/>
          <p:nvPr/>
        </p:nvSpPr>
        <p:spPr>
          <a:xfrm>
            <a:off x="8414306" y="2875322"/>
            <a:ext cx="3357677" cy="701279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Display rating and product history</a:t>
            </a:r>
          </a:p>
        </p:txBody>
      </p:sp>
      <p:sp>
        <p:nvSpPr>
          <p:cNvPr id="83" name="Flowchart: Decision 82">
            <a:extLst>
              <a:ext uri="{FF2B5EF4-FFF2-40B4-BE49-F238E27FC236}">
                <a16:creationId xmlns:a16="http://schemas.microsoft.com/office/drawing/2014/main" id="{3EE9B1D5-1A53-67E2-51BE-210C5A9DE8CB}"/>
              </a:ext>
            </a:extLst>
          </p:cNvPr>
          <p:cNvSpPr/>
          <p:nvPr/>
        </p:nvSpPr>
        <p:spPr>
          <a:xfrm>
            <a:off x="8414306" y="3955955"/>
            <a:ext cx="3357677" cy="798722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Take Input</a:t>
            </a:r>
          </a:p>
        </p:txBody>
      </p:sp>
      <p:sp>
        <p:nvSpPr>
          <p:cNvPr id="84" name="Flowchart: Process 83">
            <a:extLst>
              <a:ext uri="{FF2B5EF4-FFF2-40B4-BE49-F238E27FC236}">
                <a16:creationId xmlns:a16="http://schemas.microsoft.com/office/drawing/2014/main" id="{6E3CBDD8-DC83-B862-DA45-8D7757410DA3}"/>
              </a:ext>
            </a:extLst>
          </p:cNvPr>
          <p:cNvSpPr/>
          <p:nvPr/>
        </p:nvSpPr>
        <p:spPr>
          <a:xfrm>
            <a:off x="8414306" y="5213930"/>
            <a:ext cx="3357677" cy="71689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Remove product from history and update eco score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A99D76EC-CAD7-100F-1894-7D0151B723BD}"/>
              </a:ext>
            </a:extLst>
          </p:cNvPr>
          <p:cNvCxnSpPr>
            <a:stCxn id="83" idx="2"/>
            <a:endCxn id="84" idx="0"/>
          </p:cNvCxnSpPr>
          <p:nvPr/>
        </p:nvCxnSpPr>
        <p:spPr>
          <a:xfrm>
            <a:off x="10093145" y="4754677"/>
            <a:ext cx="0" cy="4592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8BEF5A14-5F6C-1863-D8CA-4B4B9E3E997E}"/>
              </a:ext>
            </a:extLst>
          </p:cNvPr>
          <p:cNvCxnSpPr>
            <a:stCxn id="84" idx="3"/>
            <a:endCxn id="83" idx="3"/>
          </p:cNvCxnSpPr>
          <p:nvPr/>
        </p:nvCxnSpPr>
        <p:spPr>
          <a:xfrm flipV="1">
            <a:off x="11771983" y="4355316"/>
            <a:ext cx="12700" cy="1217059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4EB5A1C6-D778-2D8C-8C0F-61B85FF21AE0}"/>
              </a:ext>
            </a:extLst>
          </p:cNvPr>
          <p:cNvCxnSpPr>
            <a:stCxn id="78" idx="2"/>
            <a:endCxn id="81" idx="0"/>
          </p:cNvCxnSpPr>
          <p:nvPr/>
        </p:nvCxnSpPr>
        <p:spPr>
          <a:xfrm>
            <a:off x="10093145" y="2547877"/>
            <a:ext cx="0" cy="3274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D780B606-35E1-E9A9-72C9-C29D85AC3957}"/>
              </a:ext>
            </a:extLst>
          </p:cNvPr>
          <p:cNvCxnSpPr>
            <a:stCxn id="81" idx="2"/>
            <a:endCxn id="83" idx="0"/>
          </p:cNvCxnSpPr>
          <p:nvPr/>
        </p:nvCxnSpPr>
        <p:spPr>
          <a:xfrm>
            <a:off x="10093145" y="3576601"/>
            <a:ext cx="0" cy="3793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: Elbow 104">
            <a:extLst>
              <a:ext uri="{FF2B5EF4-FFF2-40B4-BE49-F238E27FC236}">
                <a16:creationId xmlns:a16="http://schemas.microsoft.com/office/drawing/2014/main" id="{C8E1E5B9-EF2E-835D-79FD-EB3A790CA062}"/>
              </a:ext>
            </a:extLst>
          </p:cNvPr>
          <p:cNvCxnSpPr>
            <a:cxnSpLocks/>
            <a:stCxn id="83" idx="1"/>
            <a:endCxn id="7" idx="3"/>
          </p:cNvCxnSpPr>
          <p:nvPr/>
        </p:nvCxnSpPr>
        <p:spPr>
          <a:xfrm rot="10800000">
            <a:off x="7205472" y="1305764"/>
            <a:ext cx="1208834" cy="3049553"/>
          </a:xfrm>
          <a:prstGeom prst="bentConnector3">
            <a:avLst>
              <a:gd name="adj1" fmla="val 4031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3" name="Picture 112">
            <a:extLst>
              <a:ext uri="{FF2B5EF4-FFF2-40B4-BE49-F238E27FC236}">
                <a16:creationId xmlns:a16="http://schemas.microsoft.com/office/drawing/2014/main" id="{49729597-C810-44E0-CEA1-9FC86A156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3555" y="3837595"/>
            <a:ext cx="1530229" cy="591363"/>
          </a:xfrm>
          <a:prstGeom prst="rect">
            <a:avLst/>
          </a:prstGeom>
        </p:spPr>
      </p:pic>
      <p:sp>
        <p:nvSpPr>
          <p:cNvPr id="114" name="TextBox 113">
            <a:extLst>
              <a:ext uri="{FF2B5EF4-FFF2-40B4-BE49-F238E27FC236}">
                <a16:creationId xmlns:a16="http://schemas.microsoft.com/office/drawing/2014/main" id="{EFFDA311-D128-1C35-75F1-78AD4FE6F640}"/>
              </a:ext>
            </a:extLst>
          </p:cNvPr>
          <p:cNvSpPr txBox="1"/>
          <p:nvPr/>
        </p:nvSpPr>
        <p:spPr>
          <a:xfrm>
            <a:off x="8816710" y="4893175"/>
            <a:ext cx="16020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Remove Product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466730E-0E85-527C-6194-4B604EB069C1}"/>
              </a:ext>
            </a:extLst>
          </p:cNvPr>
          <p:cNvSpPr txBox="1"/>
          <p:nvPr/>
        </p:nvSpPr>
        <p:spPr>
          <a:xfrm>
            <a:off x="6735467" y="1911896"/>
            <a:ext cx="12088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History Tab</a:t>
            </a:r>
          </a:p>
        </p:txBody>
      </p:sp>
    </p:spTree>
    <p:extLst>
      <p:ext uri="{BB962C8B-B14F-4D97-AF65-F5344CB8AC3E}">
        <p14:creationId xmlns:p14="http://schemas.microsoft.com/office/powerpoint/2010/main" val="1773083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76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 Crozier</dc:creator>
  <cp:lastModifiedBy>Sam Crozier</cp:lastModifiedBy>
  <cp:revision>1</cp:revision>
  <dcterms:created xsi:type="dcterms:W3CDTF">2026-02-25T10:16:15Z</dcterms:created>
  <dcterms:modified xsi:type="dcterms:W3CDTF">2026-02-25T10:58:43Z</dcterms:modified>
</cp:coreProperties>
</file>